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I'm presenting our Real-Time Yoga Pose Detection and Correction platform. The main objective was to solve a common problem in solo fitness: doing exercises incorrectly. Our contribution is a fully hands-free AI mentor that uses computer vision to not just track you, but actively talk to you and correct your form in real-time, just like a human coach.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looking at existing work, we found that most apps just count reps or show videos. The problem is, if you are doing a plank, you can't crane your neck to look at a monitor—you'll hurt your neck! That's why our project is needed: it solves this by using a voice engine to tell you exactly how to fix your posture without requiring you to look at a screen.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system works under the hood. For the input, we take a standard webcam feed. In the processing phase, a MobileNetV2 CNN categorizes the current pose, while MediaPipe extracts 33 body landmarks. We calculate the exact joint angles and smooth them out so the skeleton doesn't jitter. The system checks these angles against biomechanical rules. The final output is an Instagram-style sleek HUD overlay with dynamic voice feedback.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analysis, we tested the system with real-time webcams on 5 distinct poses. Our CNN classifier achieved nearly 89% accuracy overall. As you can see, poses like Downdog, Plank, and Tree perform exceptionally well with F1-scores over 90%. Warrior 2 and Goddess had slight overlaps in visual features but remained robust. Importantly, the system runs with very low latency.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built a fully functioning AI mentor that transforms raw computer vision data into a practical, human-like coaching tool. Moving forward, the obvious next step is porting this logic via TensorFlow Lite to a mobile app so anyone can use it on their phone. We also plan to expand our pose database and eventually support multi-user tracking for group yoga classes.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457200" y="1828800"/>
            <a:ext cx="8229600" cy="1828800"/>
          </a:xfrm>
          <a:prstGeom prst="rect">
            <a:avLst/>
          </a:prstGeom>
          <a:noFill/>
        </p:spPr>
        <p:txBody>
          <a:bodyPr wrap="none">
            <a:spAutoFit/>
          </a:bodyPr>
          <a:lstStyle/>
          <a:p>
            <a:pPr algn="ctr">
              <a:defRPr b="1" sz="4600">
                <a:solidFill>
                  <a:srgbClr val="FFFFFF"/>
                </a:solidFill>
              </a:defRPr>
            </a:pPr>
            <a:r>
              <a:t>Real-Time Yoga Pose Detection</a:t>
            </a:r>
            <a:br/>
            <a:r>
              <a:t>&amp; Correction Platform</a:t>
            </a:r>
          </a:p>
          <a:p>
            <a:pPr algn="ctr">
              <a:spcBef>
                <a:spcPts val="2000"/>
              </a:spcBef>
              <a:defRPr sz="2600">
                <a:solidFill>
                  <a:srgbClr val="5EEAD4"/>
                </a:solidFill>
              </a:defRPr>
            </a:pPr>
            <a:r>
              <a:t>Automated voice-guided AI mentor for solo practice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3600">
                <a:solidFill>
                  <a:srgbClr val="FFFFFF"/>
                </a:solidFill>
              </a:defRPr>
            </a:pPr>
            <a:r>
              <a:t>Background / Existing Work</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1400"/>
              </a:spcAft>
              <a:defRPr sz="2200">
                <a:solidFill>
                  <a:srgbClr val="DCDCDC"/>
                </a:solidFill>
              </a:defRPr>
            </a:pPr>
            <a:r>
              <a:t>Existing Systems: Most fitness apps rely on post-workout analysis or non-interactive pre-recorded videos.</a:t>
            </a:r>
          </a:p>
          <a:p>
            <a:pPr>
              <a:spcAft>
                <a:spcPts val="1400"/>
              </a:spcAft>
              <a:defRPr sz="2200">
                <a:solidFill>
                  <a:srgbClr val="DCDCDC"/>
                </a:solidFill>
              </a:defRPr>
            </a:pPr>
            <a:r>
              <a:t>The Problem: Practitioners process with incorrect form, negating health benefits and increasing injury risk.</a:t>
            </a:r>
          </a:p>
          <a:p>
            <a:pPr>
              <a:spcAft>
                <a:spcPts val="1400"/>
              </a:spcAft>
              <a:defRPr sz="2200">
                <a:solidFill>
                  <a:srgbClr val="DCDCDC"/>
                </a:solidFill>
              </a:defRPr>
            </a:pPr>
            <a:r>
              <a:t>Why Our Project is Needed: Visual-only cues force users to look at a screen, breaking their form (e.g., during Plank or Downdog).</a:t>
            </a:r>
          </a:p>
          <a:p>
            <a:pPr>
              <a:spcAft>
                <a:spcPts val="1400"/>
              </a:spcAft>
              <a:defRPr sz="2200">
                <a:solidFill>
                  <a:srgbClr val="DCDCDC"/>
                </a:solidFill>
              </a:defRPr>
            </a:pPr>
            <a:r>
              <a:t>The Solution: We act as a 'live instructor,' calculating 3D joint angles continuously to speak the single most critical form correction.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3600">
                <a:solidFill>
                  <a:srgbClr val="FFFFFF"/>
                </a:solidFill>
              </a:defRPr>
            </a:pPr>
            <a:r>
              <a:t>Proposed System / Architecture</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1400"/>
              </a:spcAft>
              <a:defRPr sz="2200">
                <a:solidFill>
                  <a:srgbClr val="DCDCDC"/>
                </a:solidFill>
              </a:defRPr>
            </a:pPr>
            <a:r>
              <a:t>Core Workflow:</a:t>
            </a:r>
          </a:p>
          <a:p>
            <a:pPr lvl="1">
              <a:spcAft>
                <a:spcPts val="1400"/>
              </a:spcAft>
              <a:defRPr sz="2000">
                <a:solidFill>
                  <a:srgbClr val="DCDCDC"/>
                </a:solidFill>
              </a:defRPr>
            </a:pPr>
            <a:r>
              <a:t>Input: 1280x720 webcam feed capture.</a:t>
            </a:r>
          </a:p>
          <a:p>
            <a:pPr lvl="1">
              <a:spcAft>
                <a:spcPts val="1400"/>
              </a:spcAft>
              <a:defRPr sz="2000">
                <a:solidFill>
                  <a:srgbClr val="DCDCDC"/>
                </a:solidFill>
              </a:defRPr>
            </a:pPr>
            <a:r>
              <a:t>Processing: MobileNetV2 classification + MediaPipe (33 body landmarks).</a:t>
            </a:r>
          </a:p>
          <a:p>
            <a:pPr lvl="1">
              <a:spcAft>
                <a:spcPts val="1400"/>
              </a:spcAft>
              <a:defRPr sz="2000">
                <a:solidFill>
                  <a:srgbClr val="DCDCDC"/>
                </a:solidFill>
              </a:defRPr>
            </a:pPr>
            <a:r>
              <a:t>Calculation: EMA-smoothed joint angles evaluated against ideal angle database.</a:t>
            </a:r>
          </a:p>
          <a:p>
            <a:pPr lvl="1">
              <a:spcAft>
                <a:spcPts val="1400"/>
              </a:spcAft>
              <a:defRPr sz="2000">
                <a:solidFill>
                  <a:srgbClr val="DCDCDC"/>
                </a:solidFill>
              </a:defRPr>
            </a:pPr>
            <a:r>
              <a:t>Output: Skeletal HUD overlay with targeted pyttsx3 voice instructions.</a:t>
            </a:r>
          </a:p>
          <a:p>
            <a:pPr>
              <a:spcAft>
                <a:spcPts val="1400"/>
              </a:spcAft>
              <a:defRPr sz="2200">
                <a:solidFill>
                  <a:srgbClr val="DCDCDC"/>
                </a:solidFill>
              </a:defRPr>
            </a:pPr>
            <a:r>
              <a:t>System Logic: Governed by a 5-state Finite State Machine (Intro -&gt; Show Pose -&gt; Guide -&gt; Hold -&gt; Completed)</a:t>
            </a:r>
          </a:p>
          <a:p>
            <a:pPr>
              <a:spcAft>
                <a:spcPts val="1400"/>
              </a:spcAft>
              <a:defRPr sz="2200">
                <a:solidFill>
                  <a:srgbClr val="DCDCDC"/>
                </a:solidFill>
              </a:defRPr>
            </a:pPr>
            <a:r>
              <a:t>Technical Stack: Python, OpenCV (Vision), MediaPipe (Tracking), TensorFlow (MobileNetV2).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3600">
                <a:solidFill>
                  <a:srgbClr val="FFFFFF"/>
                </a:solidFill>
              </a:defRPr>
            </a:pPr>
            <a:r>
              <a:t>Result &amp; Analysis</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1400"/>
              </a:spcAft>
              <a:defRPr sz="2200">
                <a:solidFill>
                  <a:srgbClr val="DCDCDC"/>
                </a:solidFill>
              </a:defRPr>
            </a:pPr>
            <a:r>
              <a:t>Testing Setup: Evaluated across 5 core poses (Downdog, Goddess, Plank, Tree, Warrior2) using live webcam inference.</a:t>
            </a:r>
          </a:p>
          <a:p>
            <a:pPr>
              <a:spcAft>
                <a:spcPts val="1400"/>
              </a:spcAft>
              <a:defRPr sz="2200">
                <a:solidFill>
                  <a:srgbClr val="DCDCDC"/>
                </a:solidFill>
              </a:defRPr>
            </a:pPr>
            <a:r>
              <a:t>Overall Performance: Achieved an 88.94% Test Accuracy with low-latency real-time inference.</a:t>
            </a:r>
          </a:p>
          <a:p>
            <a:pPr>
              <a:spcAft>
                <a:spcPts val="1400"/>
              </a:spcAft>
              <a:defRPr sz="2200">
                <a:solidFill>
                  <a:srgbClr val="DCDCDC"/>
                </a:solidFill>
              </a:defRPr>
            </a:pPr>
            <a:r>
              <a:t>Stability Metric: EMA smoothing factor of 0.10 successfully suppressed landmark jitter.</a:t>
            </a:r>
          </a:p>
          <a:p>
            <a:pPr>
              <a:spcAft>
                <a:spcPts val="1400"/>
              </a:spcAft>
              <a:defRPr sz="2200">
                <a:solidFill>
                  <a:srgbClr val="DCDCDC"/>
                </a:solidFill>
              </a:defRPr>
            </a:pPr>
            <a:r>
              <a:t>Per-Class F1-Scores:</a:t>
            </a:r>
          </a:p>
          <a:p>
            <a:pPr lvl="1">
              <a:spcAft>
                <a:spcPts val="1400"/>
              </a:spcAft>
              <a:defRPr sz="2000">
                <a:solidFill>
                  <a:srgbClr val="DCDCDC"/>
                </a:solidFill>
              </a:defRPr>
            </a:pPr>
            <a:r>
              <a:t>Downdog: 0.95</a:t>
            </a:r>
          </a:p>
          <a:p>
            <a:pPr lvl="1">
              <a:spcAft>
                <a:spcPts val="1400"/>
              </a:spcAft>
              <a:defRPr sz="2000">
                <a:solidFill>
                  <a:srgbClr val="DCDCDC"/>
                </a:solidFill>
              </a:defRPr>
            </a:pPr>
            <a:r>
              <a:t>Plank: 0.94</a:t>
            </a:r>
          </a:p>
          <a:p>
            <a:pPr lvl="1">
              <a:spcAft>
                <a:spcPts val="1400"/>
              </a:spcAft>
              <a:defRPr sz="2000">
                <a:solidFill>
                  <a:srgbClr val="DCDCDC"/>
                </a:solidFill>
              </a:defRPr>
            </a:pPr>
            <a:r>
              <a:t>Tree: 0.92</a:t>
            </a:r>
          </a:p>
          <a:p>
            <a:pPr lvl="1">
              <a:spcAft>
                <a:spcPts val="1400"/>
              </a:spcAft>
              <a:defRPr sz="2000">
                <a:solidFill>
                  <a:srgbClr val="DCDCDC"/>
                </a:solidFill>
              </a:defRPr>
            </a:pPr>
            <a:r>
              <a:t>Warrior2: 0.84</a:t>
            </a:r>
          </a:p>
          <a:p>
            <a:pPr lvl="1">
              <a:spcAft>
                <a:spcPts val="1400"/>
              </a:spcAft>
              <a:defRPr sz="2000">
                <a:solidFill>
                  <a:srgbClr val="DCDCDC"/>
                </a:solidFill>
              </a:defRPr>
            </a:pPr>
            <a:r>
              <a:t>Goddess: 0.77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91919"/>
        </a:solidFill>
        <a:effectLst/>
      </p:bgPr>
    </p:bg>
    <p:spTree>
      <p:nvGrpSpPr>
        <p:cNvPr id="1" name=""/>
        <p:cNvGrpSpPr/>
        <p:nvPr/>
      </p:nvGrpSpPr>
      <p:grpSpPr/>
      <p:sp>
        <p:nvSpPr>
          <p:cNvPr id="2" name="TextBox 1"/>
          <p:cNvSpPr txBox="1"/>
          <p:nvPr/>
        </p:nvSpPr>
        <p:spPr>
          <a:xfrm>
            <a:off x="457200" y="457200"/>
            <a:ext cx="8229600" cy="914400"/>
          </a:xfrm>
          <a:prstGeom prst="rect">
            <a:avLst/>
          </a:prstGeom>
          <a:noFill/>
        </p:spPr>
        <p:txBody>
          <a:bodyPr wrap="none">
            <a:spAutoFit/>
          </a:bodyPr>
          <a:lstStyle/>
          <a:p>
            <a:pPr>
              <a:defRPr b="1" sz="3600">
                <a:solidFill>
                  <a:srgbClr val="FFFFFF"/>
                </a:solidFill>
              </a:defRPr>
            </a:pPr>
            <a:r>
              <a:t>Conclusion &amp; Future Scope</a:t>
            </a:r>
          </a:p>
        </p:txBody>
      </p:sp>
      <p:sp>
        <p:nvSpPr>
          <p:cNvPr id="3" name="TextBox 2"/>
          <p:cNvSpPr txBox="1"/>
          <p:nvPr/>
        </p:nvSpPr>
        <p:spPr>
          <a:xfrm>
            <a:off x="457200" y="1645920"/>
            <a:ext cx="8229600" cy="4572000"/>
          </a:xfrm>
          <a:prstGeom prst="rect">
            <a:avLst/>
          </a:prstGeom>
          <a:noFill/>
        </p:spPr>
        <p:txBody>
          <a:bodyPr wrap="square">
            <a:spAutoFit/>
          </a:bodyPr>
          <a:lstStyle/>
          <a:p>
            <a:pPr>
              <a:spcAft>
                <a:spcPts val="1400"/>
              </a:spcAft>
              <a:defRPr sz="2200">
                <a:solidFill>
                  <a:srgbClr val="DCDCDC"/>
                </a:solidFill>
              </a:defRPr>
            </a:pPr>
            <a:r>
              <a:t>Summary:</a:t>
            </a:r>
          </a:p>
          <a:p>
            <a:pPr lvl="1">
              <a:spcAft>
                <a:spcPts val="1400"/>
              </a:spcAft>
              <a:defRPr sz="2000">
                <a:solidFill>
                  <a:srgbClr val="DCDCDC"/>
                </a:solidFill>
              </a:defRPr>
            </a:pPr>
            <a:r>
              <a:t>Successfully engineered a continuous, state-machine-driven Yoga AI mentor.</a:t>
            </a:r>
          </a:p>
          <a:p>
            <a:pPr lvl="1">
              <a:spcAft>
                <a:spcPts val="1400"/>
              </a:spcAft>
              <a:defRPr sz="2000">
                <a:solidFill>
                  <a:srgbClr val="DCDCDC"/>
                </a:solidFill>
              </a:defRPr>
            </a:pPr>
            <a:r>
              <a:t>Bridged the gap between raw pose estimation and human-like proactive coaching.</a:t>
            </a:r>
          </a:p>
          <a:p>
            <a:pPr>
              <a:spcAft>
                <a:spcPts val="1400"/>
              </a:spcAft>
              <a:defRPr sz="2200">
                <a:solidFill>
                  <a:srgbClr val="DCDCDC"/>
                </a:solidFill>
              </a:defRPr>
            </a:pPr>
            <a:r>
              <a:t>Future Scope:</a:t>
            </a:r>
          </a:p>
          <a:p>
            <a:pPr lvl="1">
              <a:spcAft>
                <a:spcPts val="1400"/>
              </a:spcAft>
              <a:defRPr sz="2000">
                <a:solidFill>
                  <a:srgbClr val="DCDCDC"/>
                </a:solidFill>
              </a:defRPr>
            </a:pPr>
            <a:r>
              <a:t>Mobile Porting: Translating the backend to TensorFlow Lite for iOS/Android native deployment.</a:t>
            </a:r>
          </a:p>
          <a:p>
            <a:pPr lvl="1">
              <a:spcAft>
                <a:spcPts val="1400"/>
              </a:spcAft>
              <a:defRPr sz="2000">
                <a:solidFill>
                  <a:srgbClr val="DCDCDC"/>
                </a:solidFill>
              </a:defRPr>
            </a:pPr>
            <a:r>
              <a:t>Expanded Database: Scaling the biomechanical ideal angle database to 50+ asanas.</a:t>
            </a:r>
          </a:p>
          <a:p>
            <a:pPr lvl="1">
              <a:spcAft>
                <a:spcPts val="1400"/>
              </a:spcAft>
              <a:defRPr sz="2000">
                <a:solidFill>
                  <a:srgbClr val="DCDCDC"/>
                </a:solidFill>
              </a:defRPr>
            </a:pPr>
            <a:r>
              <a:t>Multi-User Tracking: Broadening the spatial heuristics for group class environments.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